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55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developers who will bring their own agent into this workflow. The deck follows docs/using-oci-agent-skills.md.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resources, two lifecycles. The application is long-lived and carries configuration; a deployment is immutable and tied to one image tag. This is why the skills create the application once and a new deployment per release.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in one sentence: you keep ownership of the container and its code, OCI owns the runtime. Point out that this deck's release flow uses the public endpoint and no auth; the other options exist and are set on the application.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command reference if there is time: docs.oracle.com, OCI CLI, generative-ai. Note the split between a resource group (get, create) and its collection group (list). Every create returns a work request; --wait-for-state SUCCEEDED blocks until it completes.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calls top to bottom. The point is that the CLI surface is small: an application, a deployment, and reads. Everything the skills add is guard rails around these calls, plus the local build and the OCIR push that come before.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Part 1 explained what OCI provides; Part 2 explains how this repository drives it from Codex.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rules are enforced by the build skill and the verifier. The binary-wheels rule exists because pip compiling from source under amd64 emulation is slow and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skill is a directory with SKILL.md plus shared scripts in scripts/. Codex discovers them through the .agents/skills symlink when the repo is the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split is what makes the skills generic: two agents in the same checkout share .env, each has its own agent.yaml, and every release is an explicit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file demos/hello_world/agent.yaml. Point out that the version is absent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is one-to-one with the OCI EnvironmentVariable model: name, type PLAINTEXT or VAULT,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manifest drives both sides. ACTIVE on the deployment does not imply the container is ready, which is why the remote probe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in AGENTS.md and in each SKILL.md. They are what makes it safe to let Codex drive the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step fails, report the observed state and fix the specific cause. Never reuse a tag for a different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operator guide and inviting the first non-demo agent onto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AI agents to OCI Enterprise AI with Codex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guide to four Codex skills and the release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5193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oci-agent-build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78308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143" y="35193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oci-agent-push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01752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583" y="3519343"/>
            <a:ext cx="294803" cy="29480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oci-agent-deploy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25196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023" y="351934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02336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oci-agent-verify-deployment</a:t>
            </a:r>
            <a:endParaRPr lang="en-US" sz="75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Luigi Saetta, Applied AI </a:t>
            </a:r>
            <a:r>
              <a:rPr lang="en-US" sz="900" dirty="0" err="1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Emea</a:t>
            </a:r>
            <a:r>
              <a:rPr lang="en-US" sz="900" dirty="0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Applications and Hosted Deployments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15568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" y="1203350"/>
            <a:ext cx="190195" cy="190195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932688" y="1097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call one endpoint per application</a:t>
            </a:r>
            <a:endParaRPr lang="en-US" sz="950" dirty="0"/>
          </a:p>
          <a:p>
            <a:pPr marL="0" indent="0">
              <a:buNone/>
            </a:pPr>
            <a:r>
              <a:rPr lang="en-US" sz="7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…/hostedApplications/&lt;application-ocid&gt;/actions/invoke/&lt;path&gt;</a:t>
            </a:r>
            <a:endParaRPr lang="en-US" sz="750" dirty="0"/>
          </a:p>
        </p:txBody>
      </p:sp>
      <p:cxnSp>
        <p:nvCxnSpPr>
          <p:cNvPr id="6" name="Line 6"/>
          <p:cNvCxnSpPr/>
          <p:nvPr/>
        </p:nvCxnSpPr>
        <p:spPr>
          <a:xfrm>
            <a:off x="640080" y="1481328"/>
            <a:ext cx="0" cy="146304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cxnSp>
      <p:sp>
        <p:nvSpPr>
          <p:cNvPr id="7" name="Shape 7"/>
          <p:cNvSpPr/>
          <p:nvPr/>
        </p:nvSpPr>
        <p:spPr>
          <a:xfrm>
            <a:off x="457200" y="1627632"/>
            <a:ext cx="4206240" cy="2852928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6400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Application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28346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hello-world</a:t>
            </a:r>
            <a:endParaRPr lang="en-US" sz="950" dirty="0"/>
          </a:p>
        </p:txBody>
      </p:sp>
      <p:sp>
        <p:nvSpPr>
          <p:cNvPr id="10" name="Text 10"/>
          <p:cNvSpPr txBox="1"/>
          <p:nvPr/>
        </p:nvSpPr>
        <p:spPr>
          <a:xfrm>
            <a:off x="640080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settings, inherited by every deployment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40080" y="2267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4008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850" dirty="0"/>
          </a:p>
        </p:txBody>
      </p:sp>
      <p:sp>
        <p:nvSpPr>
          <p:cNvPr id="13" name="Shape 13"/>
          <p:cNvSpPr/>
          <p:nvPr/>
        </p:nvSpPr>
        <p:spPr>
          <a:xfrm>
            <a:off x="1645920" y="2267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164592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</a:t>
            </a:r>
            <a:endParaRPr lang="en-US" sz="850" dirty="0"/>
          </a:p>
        </p:txBody>
      </p:sp>
      <p:sp>
        <p:nvSpPr>
          <p:cNvPr id="15" name="Shape 15"/>
          <p:cNvSpPr/>
          <p:nvPr/>
        </p:nvSpPr>
        <p:spPr>
          <a:xfrm>
            <a:off x="2651760" y="2267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265176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850" dirty="0"/>
          </a:p>
        </p:txBody>
      </p:sp>
      <p:sp>
        <p:nvSpPr>
          <p:cNvPr id="17" name="Shape 17"/>
          <p:cNvSpPr/>
          <p:nvPr/>
        </p:nvSpPr>
        <p:spPr>
          <a:xfrm>
            <a:off x="3657600" y="226771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365760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850" dirty="0"/>
          </a:p>
        </p:txBody>
      </p:sp>
      <p:sp>
        <p:nvSpPr>
          <p:cNvPr id="19" name="Text 19"/>
          <p:cNvSpPr txBox="1"/>
          <p:nvPr/>
        </p:nvSpPr>
        <p:spPr>
          <a:xfrm>
            <a:off x="64008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Deployments: versioned releases, one active at a time</a:t>
            </a:r>
            <a:endParaRPr lang="en-US" sz="900" dirty="0"/>
          </a:p>
        </p:txBody>
      </p:sp>
      <p:sp>
        <p:nvSpPr>
          <p:cNvPr id="20" name="Shape 20"/>
          <p:cNvSpPr/>
          <p:nvPr/>
        </p:nvSpPr>
        <p:spPr>
          <a:xfrm>
            <a:off x="640080" y="29260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77724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hello-world-0.3.0</a:t>
            </a:r>
            <a:endParaRPr lang="en-US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777240" y="3273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</a:t>
            </a: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release, kept</a:t>
            </a:r>
            <a:endParaRPr lang="en-US" sz="900" dirty="0"/>
          </a:p>
        </p:txBody>
      </p:sp>
      <p:sp>
        <p:nvSpPr>
          <p:cNvPr id="23" name="Shape 23"/>
          <p:cNvSpPr/>
          <p:nvPr/>
        </p:nvSpPr>
        <p:spPr>
          <a:xfrm>
            <a:off x="777240" y="3886200"/>
            <a:ext cx="731520" cy="237744"/>
          </a:xfrm>
          <a:prstGeom prst="roundRect">
            <a:avLst>
              <a:gd name="adj" fmla="val 30000"/>
            </a:avLst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77724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750" dirty="0"/>
          </a:p>
        </p:txBody>
      </p:sp>
      <p:sp>
        <p:nvSpPr>
          <p:cNvPr id="25" name="Shape 25"/>
          <p:cNvSpPr/>
          <p:nvPr/>
        </p:nvSpPr>
        <p:spPr>
          <a:xfrm>
            <a:off x="2697480" y="2926080"/>
            <a:ext cx="1874520" cy="137160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283464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hello-world-0.4.0</a:t>
            </a:r>
            <a:endParaRPr lang="en-US" sz="900" dirty="0"/>
          </a:p>
        </p:txBody>
      </p:sp>
      <p:sp>
        <p:nvSpPr>
          <p:cNvPr id="27" name="Text 27"/>
          <p:cNvSpPr txBox="1"/>
          <p:nvPr/>
        </p:nvSpPr>
        <p:spPr>
          <a:xfrm>
            <a:off x="2834640" y="3273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</a:t>
            </a:r>
            <a:r>
              <a:rPr lang="en-US" sz="9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all traffic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2834640" y="3886200"/>
            <a:ext cx="731520" cy="237744"/>
          </a:xfrm>
          <a:prstGeom prst="roundRect">
            <a:avLst>
              <a:gd name="adj" fmla="val 3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2834640" y="3886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30" name="Shape 30"/>
          <p:cNvSpPr/>
          <p:nvPr/>
        </p:nvSpPr>
        <p:spPr>
          <a:xfrm>
            <a:off x="4937760" y="118872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298448"/>
            <a:ext cx="237744" cy="237744"/>
          </a:xfrm>
          <a:prstGeom prst="rect">
            <a:avLst/>
          </a:prstGeom>
        </p:spPr>
      </p:pic>
      <p:sp>
        <p:nvSpPr>
          <p:cNvPr id="32" name="Text 32"/>
          <p:cNvSpPr txBox="1"/>
          <p:nvPr/>
        </p:nvSpPr>
        <p:spPr>
          <a:xfrm>
            <a:off x="5504688" y="1188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Application</a:t>
            </a:r>
            <a:endParaRPr lang="en-US" sz="1300" dirty="0"/>
          </a:p>
        </p:txBody>
      </p:sp>
      <p:sp>
        <p:nvSpPr>
          <p:cNvPr id="33" name="Text 33"/>
          <p:cNvSpPr txBox="1"/>
          <p:nvPr/>
        </p:nvSpPr>
        <p:spPr>
          <a:xfrm>
            <a:off x="4937760" y="17373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OCI resource that defines how a containerised workload runs and how it is reached.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operational settings: networking and endpoint mode, inbound authentication, runtime environment variables, autoscaling, managed storage.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stable OCID and one invoke endpoint; releases change beneath it.</a:t>
            </a:r>
            <a:endParaRPr lang="en-US" sz="1000" dirty="0"/>
          </a:p>
        </p:txBody>
      </p:sp>
      <p:sp>
        <p:nvSpPr>
          <p:cNvPr id="34" name="Shape 34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264408"/>
            <a:ext cx="237744" cy="237744"/>
          </a:xfrm>
          <a:prstGeom prst="rect">
            <a:avLst/>
          </a:prstGeom>
        </p:spPr>
      </p:pic>
      <p:sp>
        <p:nvSpPr>
          <p:cNvPr id="36" name="Text 36"/>
          <p:cNvSpPr txBox="1"/>
          <p:nvPr/>
        </p:nvSpPr>
        <p:spPr>
          <a:xfrm>
            <a:off x="5504688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Deployment</a:t>
            </a:r>
            <a:endParaRPr lang="en-US" sz="1300" dirty="0"/>
          </a:p>
        </p:txBody>
      </p:sp>
      <p:sp>
        <p:nvSpPr>
          <p:cNvPr id="37" name="Text 37"/>
          <p:cNvSpPr txBox="1"/>
          <p:nvPr/>
        </p:nvSpPr>
        <p:spPr>
          <a:xfrm>
            <a:off x="4937760" y="3703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release of the application: one container image and one tag, pulled from OCIR.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every setting from the application. Only one deployment is active at a time; activating a new one deactivates the previous.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OCI documentation, Hosted Applications and Hosted Deployments. &lt;path&gt; is the route your container serves, for example /health or /hello.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Hosted Application gives you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120700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</a:t>
            </a:r>
            <a:endParaRPr lang="en-US" sz="1300" dirty="0"/>
          </a:p>
        </p:txBody>
      </p:sp>
      <p:sp>
        <p:nvSpPr>
          <p:cNvPr id="7" name="Text 7"/>
          <p:cNvSpPr txBox="1"/>
          <p:nvPr/>
        </p:nvSpPr>
        <p:spPr>
          <a:xfrm>
            <a:off x="64008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VMs and no Kubernetes cluster to run. You hand over an image; OCI schedules, restarts and replaces the containers.</a:t>
            </a:r>
            <a:endParaRPr lang="en-US" sz="1050" dirty="0"/>
          </a:p>
        </p:txBody>
      </p:sp>
      <p:sp>
        <p:nvSpPr>
          <p:cNvPr id="8" name="Shape 8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81328"/>
            <a:ext cx="237744" cy="237744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404164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networking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34747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endpoint by default, or a private endpoint in your VCN. Outbound traffic Oracle-managed or routed through your subnet.</a:t>
            </a:r>
            <a:endParaRPr lang="en-US" sz="1050" dirty="0"/>
          </a:p>
        </p:txBody>
      </p:sp>
      <p:sp>
        <p:nvSpPr>
          <p:cNvPr id="13" name="Shape 13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81328"/>
            <a:ext cx="237744" cy="237744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687628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at the edge</a:t>
            </a:r>
            <a:endParaRPr lang="en-US" sz="1300" dirty="0"/>
          </a:p>
        </p:txBody>
      </p:sp>
      <p:sp>
        <p:nvSpPr>
          <p:cNvPr id="17" name="Text 17"/>
          <p:cNvSpPr txBox="1"/>
          <p:nvPr/>
        </p:nvSpPr>
        <p:spPr>
          <a:xfrm>
            <a:off x="630936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with an OCI identity domain, or no auth for open demos, enforced before a request reaches the container.</a:t>
            </a:r>
            <a:endParaRPr lang="en-US" sz="1050" dirty="0"/>
          </a:p>
        </p:txBody>
      </p:sp>
      <p:sp>
        <p:nvSpPr>
          <p:cNvPr id="18" name="Shape 18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64408"/>
            <a:ext cx="237744" cy="237744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120700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300" dirty="0"/>
          </a:p>
        </p:txBody>
      </p:sp>
      <p:sp>
        <p:nvSpPr>
          <p:cNvPr id="22" name="Text 22"/>
          <p:cNvSpPr txBox="1"/>
          <p:nvPr/>
        </p:nvSpPr>
        <p:spPr>
          <a:xfrm>
            <a:off x="64008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 replicas, scaled on concurrent requests, requests per second, CPU or memory utilisation.</a:t>
            </a:r>
            <a:endParaRPr lang="en-US" sz="1050" dirty="0"/>
          </a:p>
        </p:txBody>
      </p:sp>
      <p:sp>
        <p:nvSpPr>
          <p:cNvPr id="23" name="Shape 23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64408"/>
            <a:ext cx="237744" cy="237744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404164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releases</a:t>
            </a:r>
            <a:endParaRPr lang="en-US" sz="1300" dirty="0"/>
          </a:p>
        </p:txBody>
      </p:sp>
      <p:sp>
        <p:nvSpPr>
          <p:cNvPr id="27" name="Text 27"/>
          <p:cNvSpPr txBox="1"/>
          <p:nvPr/>
        </p:nvSpPr>
        <p:spPr>
          <a:xfrm>
            <a:off x="347472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is one image tag. Roll forward by activating a new deployment; earlier ones stay, inactive.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64408"/>
            <a:ext cx="237744" cy="237744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687628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secrets</a:t>
            </a:r>
            <a:endParaRPr lang="en-US" sz="1300" dirty="0"/>
          </a:p>
        </p:txBody>
      </p:sp>
      <p:sp>
        <p:nvSpPr>
          <p:cNvPr id="32" name="Text 32"/>
          <p:cNvSpPr txBox="1"/>
          <p:nvPr/>
        </p:nvSpPr>
        <p:spPr>
          <a:xfrm>
            <a:off x="630936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variables injected as plain text or read from OCI Vault. Optional managed PostgreSQL, OCI Cache or Autonomous Database.</a:t>
            </a:r>
            <a:endParaRPr lang="en-US" sz="1050" dirty="0"/>
          </a:p>
        </p:txBody>
      </p:sp>
      <p:sp>
        <p:nvSpPr>
          <p:cNvPr id="33" name="Text 3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Server-Sent Events and WebSocket are all supported, so agents can stream responses. Source: OCI documentation, Hosted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OCI CLI surface: oci generative-ai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640080" y="13030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390802"/>
            <a:ext cx="190195" cy="19019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118872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hosted-application</a:t>
            </a:r>
            <a:endParaRPr lang="en-US" sz="1050" dirty="0"/>
          </a:p>
        </p:txBody>
      </p:sp>
      <p:sp>
        <p:nvSpPr>
          <p:cNvPr id="7" name="Text 7"/>
          <p:cNvSpPr txBox="1"/>
          <p:nvPr/>
        </p:nvSpPr>
        <p:spPr>
          <a:xfrm>
            <a:off x="3749040" y="11887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· get · update · delete · change-compartment</a:t>
            </a:r>
            <a:endParaRPr lang="en-US" sz="850" dirty="0"/>
          </a:p>
        </p:txBody>
      </p:sp>
      <p:sp>
        <p:nvSpPr>
          <p:cNvPr id="8" name="Text 8"/>
          <p:cNvSpPr txBox="1"/>
          <p:nvPr/>
        </p:nvSpPr>
        <p:spPr>
          <a:xfrm>
            <a:off x="708660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itself: auth, networking, environment variables</a:t>
            </a:r>
            <a:endParaRPr lang="en-US" sz="900" dirty="0"/>
          </a:p>
        </p:txBody>
      </p:sp>
      <p:sp>
        <p:nvSpPr>
          <p:cNvPr id="9" name="Shape 9"/>
          <p:cNvSpPr/>
          <p:nvPr/>
        </p:nvSpPr>
        <p:spPr>
          <a:xfrm>
            <a:off x="457200" y="18745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40080" y="19888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2076602"/>
            <a:ext cx="190195" cy="190195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18872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hosted-application-collection</a:t>
            </a:r>
            <a:endParaRPr lang="en-US" sz="1050" dirty="0"/>
          </a:p>
        </p:txBody>
      </p:sp>
      <p:sp>
        <p:nvSpPr>
          <p:cNvPr id="13" name="Text 13"/>
          <p:cNvSpPr txBox="1"/>
          <p:nvPr/>
        </p:nvSpPr>
        <p:spPr>
          <a:xfrm>
            <a:off x="374904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list-hosted-applications</a:t>
            </a:r>
            <a:endParaRPr lang="en-US" sz="850" dirty="0"/>
          </a:p>
        </p:txBody>
      </p:sp>
      <p:sp>
        <p:nvSpPr>
          <p:cNvPr id="14" name="Text 14"/>
          <p:cNvSpPr txBox="1"/>
          <p:nvPr/>
        </p:nvSpPr>
        <p:spPr>
          <a:xfrm>
            <a:off x="7086600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applications by compartment and display name</a:t>
            </a:r>
            <a:endParaRPr lang="en-US" sz="900" dirty="0"/>
          </a:p>
        </p:txBody>
      </p:sp>
      <p:sp>
        <p:nvSpPr>
          <p:cNvPr id="15" name="Shape 15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40080" y="26746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2762402"/>
            <a:ext cx="190195" cy="190195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188720" y="2560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hosted-deployment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3749040" y="2560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create-hosted-deployment-single-docker-artifact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update · delete</a:t>
            </a:r>
            <a:endParaRPr lang="en-US" sz="850" dirty="0"/>
          </a:p>
        </p:txBody>
      </p:sp>
      <p:sp>
        <p:nvSpPr>
          <p:cNvPr id="20" name="Text 20"/>
          <p:cNvSpPr txBox="1"/>
          <p:nvPr/>
        </p:nvSpPr>
        <p:spPr>
          <a:xfrm>
            <a:off x="7086600" y="2560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release: image URI and tag under an application</a:t>
            </a:r>
            <a:endParaRPr lang="en-US" sz="900" dirty="0"/>
          </a:p>
        </p:txBody>
      </p:sp>
      <p:sp>
        <p:nvSpPr>
          <p:cNvPr id="21" name="Shape 21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40080" y="33604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" y="3448202"/>
            <a:ext cx="190195" cy="190195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1887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hosted-deployment-collection</a:t>
            </a:r>
            <a:endParaRPr lang="en-US" sz="1050" dirty="0"/>
          </a:p>
        </p:txBody>
      </p:sp>
      <p:sp>
        <p:nvSpPr>
          <p:cNvPr id="25" name="Text 25"/>
          <p:cNvSpPr txBox="1"/>
          <p:nvPr/>
        </p:nvSpPr>
        <p:spPr>
          <a:xfrm>
            <a:off x="3749040" y="32461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list-hosted-deployments</a:t>
            </a:r>
            <a:endParaRPr lang="en-US" sz="850" dirty="0"/>
          </a:p>
        </p:txBody>
      </p:sp>
      <p:sp>
        <p:nvSpPr>
          <p:cNvPr id="26" name="Text 26"/>
          <p:cNvSpPr txBox="1"/>
          <p:nvPr/>
        </p:nvSpPr>
        <p:spPr>
          <a:xfrm>
            <a:off x="7086600" y="3246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 and active artifact, filtered by application</a:t>
            </a:r>
            <a:endParaRPr lang="en-US" sz="900" dirty="0"/>
          </a:p>
        </p:txBody>
      </p:sp>
      <p:sp>
        <p:nvSpPr>
          <p:cNvPr id="27" name="Shape 27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640080" y="40462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" y="4134002"/>
            <a:ext cx="190195" cy="190195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118872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work-request</a:t>
            </a:r>
            <a:endParaRPr lang="en-US" sz="1050" dirty="0"/>
          </a:p>
        </p:txBody>
      </p:sp>
      <p:sp>
        <p:nvSpPr>
          <p:cNvPr id="31" name="Text 31"/>
          <p:cNvSpPr txBox="1"/>
          <p:nvPr/>
        </p:nvSpPr>
        <p:spPr>
          <a:xfrm>
            <a:off x="374904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list · list-work-request-logs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work-request-error list</a:t>
            </a:r>
            <a:endParaRPr lang="en-US" sz="850" dirty="0"/>
          </a:p>
        </p:txBody>
      </p:sp>
      <p:sp>
        <p:nvSpPr>
          <p:cNvPr id="32" name="Text 32"/>
          <p:cNvSpPr txBox="1"/>
          <p:nvPr/>
        </p:nvSpPr>
        <p:spPr>
          <a:xfrm>
            <a:off x="708660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operations; --wait-for-state polls them for you</a:t>
            </a:r>
            <a:endParaRPr lang="en-US" sz="900" dirty="0"/>
          </a:p>
        </p:txBody>
      </p:sp>
      <p:sp>
        <p:nvSpPr>
          <p:cNvPr id="33" name="Text 3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safe to repeat; create, update and delete are mutations. The same operations exist in the Console, the SDKs and Terraform. The Part 2 skills wrap exactly these CLI calls.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release, end to end, in four CLI calls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21792" y="1298448"/>
            <a:ext cx="4608576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resolve the compartment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iam compartment list --name "$OCI_COMPARTMENT_NAME"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--compartment-id-in-subtree true --all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the application, once per agent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hosted-application create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--display-name hello-world --compartment-id "$CID"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--inbound-auth-config '{"inboundAuthConfigType":"NO_AUTH_CONFIG"}'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--networking-config '{"inboundNetworkingConfig":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{"endpointMode":"PUBLIC"},"outboundNetworkingConfig":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{"networkMode":"MANAGED"}}'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--environment-variables "$ENV_JSON" --wait-for-state SUCCEEDED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create and activate a release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hosted-deployment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create-hosted-deployment-single-docker-artifact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--hosted-application-id "$APP_ID"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--active-artifact-container-uri "$REGISTRY/agents/hello-world"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--active-artifact-tag 0.4.0 --display-name hello-world-0.4.0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--compartment-id "$CID" --wait-for-state SUCCEEDED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inspect the result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hosted-deployment-collection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list-hosted-deployments --compartment-id "$CID"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--application-id "$APP_ID"</a:t>
            </a:r>
            <a:endParaRPr lang="en-US" sz="800" dirty="0"/>
          </a:p>
        </p:txBody>
      </p:sp>
      <p:sp>
        <p:nvSpPr>
          <p:cNvPr id="5" name="Shape 5"/>
          <p:cNvSpPr/>
          <p:nvPr/>
        </p:nvSpPr>
        <p:spPr>
          <a:xfrm>
            <a:off x="5669280" y="123444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7"/>
          <p:cNvSpPr txBox="1"/>
          <p:nvPr/>
        </p:nvSpPr>
        <p:spPr>
          <a:xfrm>
            <a:off x="612648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Compartment</a:t>
            </a:r>
            <a:endParaRPr lang="en-US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compartment. Its name is resolved to an OCID with a filtered list query.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5669280" y="210312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56692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612648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once per agent. Authentication, networking and runtime variables are set here, not on the release.</a:t>
            </a:r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5669280" y="297180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56692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carries image URI and tag. The work request runs until the deployment is ACTIVE and serving.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5669280" y="384048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566928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612648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Inspect, then invoke</a:t>
            </a:r>
            <a:endParaRPr lang="en-US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61264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deployments to read state and active artifact, then GET /health on the invoke endpoint.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oci-agent-deploy skill in Part 2 runs these same calls, with a read-only plan first, --apply as an explicit gate, and no secrets on the command line.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concepts to practice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Codex skills: from container to verified release</a:t>
            </a:r>
            <a:endParaRPr lang="en-US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 wrap the CLI calls you just saw, add the local build and the OCIR push, and put an explicit approval in front of every remote change.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292608" cy="292608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32004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oci-agent-build</a:t>
            </a:r>
            <a:endParaRPr lang="en-US" sz="750" dirty="0"/>
          </a:p>
        </p:txBody>
      </p:sp>
      <p:sp>
        <p:nvSpPr>
          <p:cNvPr id="8" name="Shape 8"/>
          <p:cNvSpPr/>
          <p:nvPr/>
        </p:nvSpPr>
        <p:spPr>
          <a:xfrm>
            <a:off x="178308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703320"/>
            <a:ext cx="292608" cy="292608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55448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oci-agent-push</a:t>
            </a:r>
            <a:endParaRPr lang="en-US" sz="750" dirty="0"/>
          </a:p>
        </p:txBody>
      </p:sp>
      <p:sp>
        <p:nvSpPr>
          <p:cNvPr id="11" name="Shape 11"/>
          <p:cNvSpPr/>
          <p:nvPr/>
        </p:nvSpPr>
        <p:spPr>
          <a:xfrm>
            <a:off x="301752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703320"/>
            <a:ext cx="292608" cy="292608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278892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oci-agent-deploy</a:t>
            </a:r>
            <a:endParaRPr lang="en-US" sz="750" dirty="0"/>
          </a:p>
        </p:txBody>
      </p:sp>
      <p:sp>
        <p:nvSpPr>
          <p:cNvPr id="14" name="Shape 14"/>
          <p:cNvSpPr/>
          <p:nvPr/>
        </p:nvSpPr>
        <p:spPr>
          <a:xfrm>
            <a:off x="425196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703320"/>
            <a:ext cx="292608" cy="292608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402336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oci-agent-verify-deployment</a:t>
            </a:r>
            <a:endParaRPr lang="en-US" sz="750" dirty="0"/>
          </a:p>
        </p:txBody>
      </p:sp>
      <p:sp>
        <p:nvSpPr>
          <p:cNvPr id="17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follows docs/using-oci-agent-skills.md: platform rules, the four skills, the manifest, verification and approval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expects from your container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linux/amd64 only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--platform linux/amd64. Apple Silicon works through emulation; an arm64 image is rejected.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on 0.0.0.0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hosted runtime routes traffic to this port only. Nothing else is configurable.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813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7628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and GET /ready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HTTP 200 with JSON when live and ready. /ready may answer 503 while starting.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644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0700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 under /tmp. No volumes, no local state: containers are replaced at will.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644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164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or ENTRYPOINT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 command lives in the Dockerfile. No platform-supplied entry command.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6440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7628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wheels only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runs with --only-binary=:all:. A dependency without an x86_64 wheel is a build blocker.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OCI documentation, Preparing Container Images. The last rule is a repository policy, not a platform rule.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release, four skills, in this order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1417320"/>
            <a:ext cx="6309360" cy="0"/>
          </a:xfrm>
          <a:prstGeom prst="line">
            <a:avLst/>
          </a:prstGeom>
          <a:noFill/>
          <a:ln w="254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83" y="12841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$oci-agent-build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verify locally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linux/amd64 with buildx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container read-only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/health, /ready and the manifest checks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local Docker only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440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303" y="1284183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7004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$oci-agent-push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267004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OCIR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72491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registry from OCI_REGION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missing private repository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pushes, then reports the digest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67004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writes, each approved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36752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423" y="1284183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7316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$oci-agent-deploy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477316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then deploy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82803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plan first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Hosted Application and Deployment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only a compatible ACTIVE application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77316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creation with --apply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6656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7064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543" y="1284183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7628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$oci-agent-verify-deployment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687628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release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93115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one deployment ACTIVE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artifact tag equals the release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health and ready on the public endpoint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87628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OCI, public GETs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build is not proof of a push; a successful push is not proof that OCI can run the image. Never skip a step.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inputs, three lifecycles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487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584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(tenancy)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261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OCI_REGION, OCI_COMPARTMENT_NAME, OCIR_TENANCY_NAMESPACE, OCIR_USERNAME. Non-secret values only, ignored by git.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when you switch tenancy or region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2631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3728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194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agent.yaml  (agent)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1762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context, Dockerfile, OCIR repository, application name, profile, runtime variables, functional checks. Lives next to the code.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when the agent contract changes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2872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3108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  (release)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291840" y="3090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explicit semantic version per release. Never stored in a file, never inferred, never latest.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 every release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to Codex looks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621792" y="4270248"/>
            <a:ext cx="7900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/abs/path/demos/hello_world/agent.yaml tag: 0.4.0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enter any of the three. OCI CLI and Docker authentication are configured outside the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manifest: everything that is not generic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21792" y="1298448"/>
            <a:ext cx="3877056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dockerfile: demos/hello_world/Dockerfile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repository: agents/hello-world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application_name: 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profile: public-noauth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LOG_LEVEL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INFO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method: POST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/hello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{ name: Luigi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expect_status: 200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expect_json: { message: Hello Luigi }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37760" y="123444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93776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Dockerfile, relative to the repository root. The context is the repo root when the app is a Python package.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210312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below the tenancy namespace. The registry host comes from OCI_REGION, never from the manifest.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 and profile. The deployment name is derived as &lt;application&gt;-&lt;tag&gt;.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checks only. /health and /ready are platform probes and are always checked.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validated by scripts/agent_manifest.py before any Docker or OCI call. Unknown keys are rejected. Spec 006.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variables: three sources, zero secrets in git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Literal, committed with the code. Only for non-secret values that are the same in every tenancy.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type: PLAINTEXT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2" y="32186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LOG_LEVEL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INFO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813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4164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from_env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19385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at deploy time from the operator's environment and .env. Tenancy-specific, still non-secret.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type: PLAINTEXT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0" y="31089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3639312" y="32186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GENAI_COMPARTMENT_ID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from_env: OCI_COMPARTMENT_ID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2648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8132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7628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vault_secret_id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19385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OCID of an OCI Vault secret. The only accepted path for tokens, keys and passwords.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type: VAULT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309360" y="31089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6473952" y="32186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EXTERNAL_API_KEY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vault_secret_id: ocid1.vaultsecret...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source per variable. Names are UPPER_SNAKE_CASE; PATH, HOME and PYTHONPATH are reserved.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literal value is rejected when the name contains TOKEN, SECRET, PASSWORD, API_KEY or PRIVATE_KEY.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set on the Hosted Application. Local verification injects value and from_env entries; Vault entries are skipped unless an operator override is supplied.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hosted runtime needs IAM permission to read a Vault secret, as it does to pull the private image. The skills declare neither policy.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twice: on your laptop and on OCI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·  oci-agent-build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platform is exactly linux/amd64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-m inside the container reports x86_64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starts with --read-only and a tmpfs on /tmp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and /ready return 200 within the timeout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functional checks run and their JSON is asserted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runtime.env values are injected as in production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 ·  oci-agent-verify-deployment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Application is ACTIVE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associated deployment is ACTIVE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artifact tag equals the requested release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.../actions/invoke/health and /ready return 200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checks only with a separate approval (--functional)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polling: 300 s default, 5 s interval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endpoint form (OC1, NO_AUTH_CONFIG)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21792" y="4361688"/>
            <a:ext cx="79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https://inference.generativeai.&lt;region&gt;.oci.oraclecloud.com/20251112/hostedApplications/&lt;application-ocid&gt;/actions/invoke/&lt;path&gt;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is derived from region and application OCID; the SDK models expose no endpoint field. A pass covers the two probes, not security or business behavior.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boundaries: what the skills ask, what they never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you first, every time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missing OCIR repository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login: you type the auth token at Docker's prompt; the skill never sees it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and pushing the image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deployment plan (--apply)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GET probes on the deployed endpoint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requests against the public endpoint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even if asked to work around a failure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Use, infer or reuse a tag; accept latest; pick a manifest for you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--only-binary or change the platform to get past a build error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tokens, keys or passwords in .env, agent.yaml, arguments or logs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replace or delete an existing deployment or application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IAM policies, dynamic groups or network resources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OCI compatibility from a local smoke test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inspection are read-only. Each remote mutation is a separate authorization; configured credentials are not consent.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agent: the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97864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Dockerfile template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python:3.11-slim, non-root user, PYTHONDONTWRITEBYTECODE, CMD with uvicorn on 0.0.0.0:8080.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73936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190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probes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and GET /ready return JSON with HTTP 200; /ready may answer 503 until initialization completes.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95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stateless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 to /tmp, no volumes, no secrets baked into the image, configuration via runtime variables.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71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agent.yaml next to the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publish, deploy, runtime and at least one functional check with a JSON assertion.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472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dependencies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package needs a manylinux x86_64 wheel; otherwise the build stops with exit code 5.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329184" cy="32918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short README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build and verify commands, configuration assumptions, known limits.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release it: the normal transcript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14630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76672" y="1572768"/>
            <a:ext cx="314553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$oci-agent-build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&lt;manifest&gt; tag: 1.0.0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$oci-agent-push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&lt;manifest&gt; tag: 1.0.0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approve repo, docker login, approve push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$oci-agent-deploy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&lt;manifest&gt; tag: 1.0.0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review plan, approve apply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$oci-agent-verify-deployment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&lt;manifest&gt; tag: 1.0.0  &lt;application OCID&gt;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approve OCI reads and public GETs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live in skills/oci-agent-build/assets. The reference agent is demos/hello_world with its agent.yaml.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comes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2B3646"/>
          </a:solidFill>
          <a:ln w="12700">
            <a:solidFill>
              <a:srgbClr val="2B3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 implemented with specs and recorded verification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hello_world built on Apple Silicon, pushed to OCIR and deployed to Frankfurt; health and ready verified end to end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schema v1 with runtime variables and functional checks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OCIR registry resolved for any OC1 region via oci iam region list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Windows with Rancher Desktop and for a Linux build machine over SSH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2B3646"/>
          </a:solidFill>
          <a:ln w="12700">
            <a:solidFill>
              <a:srgbClr val="2B3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1371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yet, by design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deployment profile: public endpoint, NO_AUTH_CONFIG, managed networking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or rollback path: a new tag is a new deployment, and changed runtime variables need an application update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OC1 realm and public endpoints only; no private endpoints or OAuth probes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for image pull and Vault reads must exist beforehand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docs/using-oci-agent-skills.md. Specifications and verification records are in specs/.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3039</Words>
  <Application>Microsoft Macintosh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Shipping AI agents to OCI Enterprise AI with Codex</dc:title>
  <dc:subject>PptxGenJS Presentation</dc:subject>
  <dc:creator>L. Saetta</dc:creator>
  <cp:lastModifiedBy>Luigi Saetta</cp:lastModifiedBy>
  <cp:revision>7</cp:revision>
  <dcterms:created xsi:type="dcterms:W3CDTF">2026-09-23T12:27:55Z</dcterms:created>
  <dcterms:modified xsi:type="dcterms:W3CDTF">2026-09-23T18:53:26Z</dcterms:modified>
</cp:coreProperties>
</file>